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844"/>
    <a:srgbClr val="193353"/>
    <a:srgbClr val="1A3A5C"/>
    <a:srgbClr val="0D1B2A"/>
    <a:srgbClr val="1E3050"/>
    <a:srgbClr val="1E2A3A"/>
    <a:srgbClr val="1E3A2A"/>
    <a:srgbClr val="162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88DE3-1434-43C4-B5F9-07D9D392CB8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8E867-28E9-4DC6-9FFA-ADBE659A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9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E867-28E9-4DC6-9FFA-ADBE659A4A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2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E69B-AB67-362C-86D7-F45F17444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2151C-F800-8B38-FFD3-1FBEF4315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EF5F0-B5D2-5CA5-70A0-8BD5E1BD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95031-3394-B0DE-F8C2-97333C46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8E643-2044-F8E9-0D04-EDAFF7A8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9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AC9C-94FE-D0CB-3A4D-47DAF42A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38431-9A08-FA63-9B0C-0470B231D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2EB2D-09C6-DD97-9036-E90C0F5F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E576D-8D24-FA96-1614-4F3FADF23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E3C6F-FCD8-CFF1-EDBE-27262F0E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5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002E-C91C-FA1F-5BAE-24898C30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DB789-0B14-D838-894E-3ABF7EEF4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1C0A3-C15E-8506-41B3-8D3BB254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6450D-7652-3C43-F817-71D760FF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0B3C1-ED80-D180-94DF-465F8313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1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C52A-C7CC-5E76-5FFE-65891BA0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A03DC-5D80-16B7-43BC-2FD39B44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E406C-747C-B5F2-255F-44789FE8F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BED87-12D1-93E8-8F89-2B4323DC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63C67-9905-6820-18AE-D5EEB4DF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3065B-55AC-F022-698C-C54D5C45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40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493D-CBC9-C60E-CA25-118737D2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13E0E-D177-F2B7-5366-73AB0CFA1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F32F4-9BE4-98D0-E657-8678D795E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C8C63-4846-CFAB-895B-9E074F8F6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C5F79-C534-DAE3-CDED-3124AC608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1036A9-9E8E-328A-2DA6-52ABD873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A3E94-29FD-D0CA-D4B5-5549B002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133244-1881-D655-E054-84A1AF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9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C691-E7AF-8D38-61C3-1C21E56D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F9C75-9B58-1925-58B0-07BBF40F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82FC0-33CB-7409-9856-AE94CD6C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CC6FE-547F-BA9C-7962-732E1549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2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29299-8AB9-180C-1698-0E00A0CA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7EAD8-D4D3-0D16-8076-E08CAD50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E9EFC-071D-552C-EE5F-2FA08D31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7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19ED-58D3-2FE0-12C1-EF1F654D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5285-0CE3-C854-5665-1741568F3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4EA90-D419-3C96-B6A5-9F064957D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36C8-99C0-B5CE-3AC1-9EC52824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36758-33D8-D977-8284-3D8552B8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DE517-C739-3677-E85D-243693D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57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C189-AF3B-BF60-ABFA-AC61B4E6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16927-D886-EABD-EF4E-593688F44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C6D48-72BE-0D4F-4FAD-E635AEEB8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666F6-D6D8-B20F-586B-67B6DFE3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5805C-33E2-2ABD-75C4-976E919F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0554E-9F4A-3D90-8712-8C2E25BF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2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2772-4DB6-15C6-5B1F-58953568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BFBA6-B6E7-D30B-C0BD-237510DD4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26A02-D920-B264-4D87-2BBF2FD3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95E9-63BF-6BCA-B23F-9986FE86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1583-12B9-658D-0A4D-BEBCAFEE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7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2CF4F-E544-CD66-C860-06D5A4CA0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E0B17-973A-F5BD-BF35-498583EE6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D6289-E330-90B6-93B9-51113DD6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C9464-1B49-FEA0-525E-AF3B0769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C0CD-D88D-2149-3258-9CA86043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6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11791-55D4-A16D-9007-828DE37F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7991D-6C09-6D9C-3160-5BB78148B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3EF42-8FF9-A269-B393-DDC2DB809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09D61-FE59-459A-82BE-63EE83694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C72B-D5B2-CB20-6582-15C5228D2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E56E-879A-1E51-52B7-A5972A71B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A2187-02D1-4DE9-8AEB-449ED7ED2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53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CD4E8F-D5C5-D2D3-307D-1997A136C47A}"/>
              </a:ext>
            </a:extLst>
          </p:cNvPr>
          <p:cNvSpPr/>
          <p:nvPr/>
        </p:nvSpPr>
        <p:spPr>
          <a:xfrm>
            <a:off x="246077" y="125835"/>
            <a:ext cx="11699846" cy="6732165"/>
          </a:xfrm>
          <a:prstGeom prst="roundRect">
            <a:avLst>
              <a:gd name="adj" fmla="val 107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2C607-D622-6C75-5158-E3E10D4798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4E563-0A0D-99F7-64D8-90C6B44C95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CCA09A-2B2A-4FD1-0E95-097E76ED6BF8}"/>
              </a:ext>
            </a:extLst>
          </p:cNvPr>
          <p:cNvSpPr/>
          <p:nvPr/>
        </p:nvSpPr>
        <p:spPr>
          <a:xfrm>
            <a:off x="8649050" y="1417739"/>
            <a:ext cx="2466363" cy="964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7C0A43-605B-375C-14B1-CFE9F4ECF99B}"/>
              </a:ext>
            </a:extLst>
          </p:cNvPr>
          <p:cNvSpPr/>
          <p:nvPr/>
        </p:nvSpPr>
        <p:spPr>
          <a:xfrm>
            <a:off x="5935060" y="1417739"/>
            <a:ext cx="2466363" cy="964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8DC532-2084-4DD7-B7D4-A3E27682A9C7}"/>
              </a:ext>
            </a:extLst>
          </p:cNvPr>
          <p:cNvSpPr/>
          <p:nvPr/>
        </p:nvSpPr>
        <p:spPr>
          <a:xfrm>
            <a:off x="3021284" y="1417739"/>
            <a:ext cx="2466363" cy="964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CABC56-A42C-83E0-E6BB-F5DB4B9CA371}"/>
              </a:ext>
            </a:extLst>
          </p:cNvPr>
          <p:cNvSpPr/>
          <p:nvPr/>
        </p:nvSpPr>
        <p:spPr>
          <a:xfrm>
            <a:off x="331214" y="1417739"/>
            <a:ext cx="2466363" cy="964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26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D8C336-AF62-77E6-30AB-367A75890E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D1B2A"/>
              </a:gs>
              <a:gs pos="50000">
                <a:srgbClr val="1E2A3A"/>
              </a:gs>
              <a:gs pos="100000">
                <a:srgbClr val="162233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24624-D658-3CD8-A48B-8CB88F1B9E5D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34A0A9-474F-F3A3-9380-B9838556BCD7}"/>
              </a:ext>
            </a:extLst>
          </p:cNvPr>
          <p:cNvSpPr/>
          <p:nvPr/>
        </p:nvSpPr>
        <p:spPr>
          <a:xfrm>
            <a:off x="8708460" y="1318652"/>
            <a:ext cx="2466363" cy="9647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7AB0FA-D072-5B25-975A-35A5E133CE71}"/>
              </a:ext>
            </a:extLst>
          </p:cNvPr>
          <p:cNvSpPr/>
          <p:nvPr/>
        </p:nvSpPr>
        <p:spPr>
          <a:xfrm>
            <a:off x="5936867" y="1318652"/>
            <a:ext cx="2466363" cy="964734"/>
          </a:xfrm>
          <a:prstGeom prst="roundRect">
            <a:avLst/>
          </a:prstGeom>
          <a:gradFill>
            <a:gsLst>
              <a:gs pos="0">
                <a:srgbClr val="0D1B2A"/>
              </a:gs>
              <a:gs pos="50000">
                <a:srgbClr val="1E2A3A"/>
              </a:gs>
              <a:gs pos="100000">
                <a:srgbClr val="162233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82A23B-0D78-F24F-B4FC-640676647BFD}"/>
              </a:ext>
            </a:extLst>
          </p:cNvPr>
          <p:cNvSpPr/>
          <p:nvPr/>
        </p:nvSpPr>
        <p:spPr>
          <a:xfrm>
            <a:off x="3021284" y="1318652"/>
            <a:ext cx="2466363" cy="964734"/>
          </a:xfrm>
          <a:prstGeom prst="roundRect">
            <a:avLst/>
          </a:prstGeom>
          <a:gradFill>
            <a:gsLst>
              <a:gs pos="15000">
                <a:srgbClr val="1A3A5C"/>
              </a:gs>
              <a:gs pos="70000">
                <a:srgbClr val="193353"/>
              </a:gs>
              <a:gs pos="100000">
                <a:srgbClr val="162844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920BDB-8B28-3D86-2860-61A6CD0EE61C}"/>
              </a:ext>
            </a:extLst>
          </p:cNvPr>
          <p:cNvSpPr/>
          <p:nvPr/>
        </p:nvSpPr>
        <p:spPr>
          <a:xfrm>
            <a:off x="307294" y="1318652"/>
            <a:ext cx="2466363" cy="964734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2C4AEE-5B04-FE73-7ABE-2A46CB8C02A9}"/>
              </a:ext>
            </a:extLst>
          </p:cNvPr>
          <p:cNvSpPr/>
          <p:nvPr/>
        </p:nvSpPr>
        <p:spPr>
          <a:xfrm>
            <a:off x="5936867" y="1318652"/>
            <a:ext cx="2466363" cy="964734"/>
          </a:xfrm>
          <a:prstGeom prst="roundRect">
            <a:avLst/>
          </a:prstGeom>
          <a:gradFill>
            <a:gsLst>
              <a:gs pos="15000">
                <a:srgbClr val="1A3A5C"/>
              </a:gs>
              <a:gs pos="70000">
                <a:srgbClr val="193353"/>
              </a:gs>
              <a:gs pos="100000">
                <a:srgbClr val="162844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98A1D2-A95B-E9CC-04D5-01A9D4A6BC0C}"/>
              </a:ext>
            </a:extLst>
          </p:cNvPr>
          <p:cNvSpPr/>
          <p:nvPr/>
        </p:nvSpPr>
        <p:spPr>
          <a:xfrm>
            <a:off x="8710267" y="1318652"/>
            <a:ext cx="2466363" cy="964734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3401E7-C258-9670-2814-1BE64DFFDB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D1B2A"/>
              </a:gs>
              <a:gs pos="50000">
                <a:srgbClr val="1E2A3A"/>
              </a:gs>
              <a:gs pos="100000">
                <a:srgbClr val="162233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D6814C-8B69-0DE8-5729-6B8A2885F1C9}"/>
              </a:ext>
            </a:extLst>
          </p:cNvPr>
          <p:cNvSpPr/>
          <p:nvPr/>
        </p:nvSpPr>
        <p:spPr>
          <a:xfrm>
            <a:off x="282127" y="1436098"/>
            <a:ext cx="2192625" cy="964734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9E8A2A-5C0F-14FC-28B3-937A6B6F2A54}"/>
              </a:ext>
            </a:extLst>
          </p:cNvPr>
          <p:cNvSpPr/>
          <p:nvPr/>
        </p:nvSpPr>
        <p:spPr>
          <a:xfrm>
            <a:off x="2833778" y="1436098"/>
            <a:ext cx="2192625" cy="964734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4C8457-2261-23AF-8769-3707A6005844}"/>
              </a:ext>
            </a:extLst>
          </p:cNvPr>
          <p:cNvSpPr/>
          <p:nvPr/>
        </p:nvSpPr>
        <p:spPr>
          <a:xfrm>
            <a:off x="5818315" y="1317072"/>
            <a:ext cx="2694567" cy="1083760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1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D58F5D-8DCE-EFB6-CCB5-368BF6E586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D1B2A"/>
              </a:gs>
              <a:gs pos="50000">
                <a:srgbClr val="1E2A3A"/>
              </a:gs>
              <a:gs pos="100000">
                <a:srgbClr val="162233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A3A8434-20FB-7BE4-D0F1-64DE995744F9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4C3504-6E7F-AB36-4425-9C13E20ECEA6}"/>
              </a:ext>
            </a:extLst>
          </p:cNvPr>
          <p:cNvSpPr/>
          <p:nvPr/>
        </p:nvSpPr>
        <p:spPr>
          <a:xfrm>
            <a:off x="8528505" y="1236844"/>
            <a:ext cx="2466363" cy="726712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ACA32D-96F4-F38E-6EA6-76EA79D9655E}"/>
              </a:ext>
            </a:extLst>
          </p:cNvPr>
          <p:cNvSpPr/>
          <p:nvPr/>
        </p:nvSpPr>
        <p:spPr>
          <a:xfrm>
            <a:off x="5644090" y="1236844"/>
            <a:ext cx="2466363" cy="726712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D134B6-62B9-903A-7039-0B6323BD0126}"/>
              </a:ext>
            </a:extLst>
          </p:cNvPr>
          <p:cNvSpPr/>
          <p:nvPr/>
        </p:nvSpPr>
        <p:spPr>
          <a:xfrm>
            <a:off x="2759675" y="1275126"/>
            <a:ext cx="2466363" cy="726712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CEF2E51-7435-5E6E-777F-62729C178C83}"/>
              </a:ext>
            </a:extLst>
          </p:cNvPr>
          <p:cNvSpPr/>
          <p:nvPr/>
        </p:nvSpPr>
        <p:spPr>
          <a:xfrm>
            <a:off x="0" y="1275126"/>
            <a:ext cx="2466363" cy="726712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F74C4AE-BF64-C2AC-2294-1B207EDB5C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D1B2A"/>
              </a:gs>
              <a:gs pos="50000">
                <a:srgbClr val="1E2A3A"/>
              </a:gs>
              <a:gs pos="100000">
                <a:srgbClr val="162233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F90E32-97CE-CB64-223C-7E998A157379}"/>
              </a:ext>
            </a:extLst>
          </p:cNvPr>
          <p:cNvSpPr/>
          <p:nvPr/>
        </p:nvSpPr>
        <p:spPr>
          <a:xfrm>
            <a:off x="122736" y="949536"/>
            <a:ext cx="2466363" cy="964734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E29C86-627D-FF85-8184-02C2F8B2606D}"/>
              </a:ext>
            </a:extLst>
          </p:cNvPr>
          <p:cNvSpPr/>
          <p:nvPr/>
        </p:nvSpPr>
        <p:spPr>
          <a:xfrm>
            <a:off x="2958215" y="949536"/>
            <a:ext cx="2586908" cy="964734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A8E45A-106C-CC75-E417-666DD54FDB02}"/>
              </a:ext>
            </a:extLst>
          </p:cNvPr>
          <p:cNvSpPr/>
          <p:nvPr/>
        </p:nvSpPr>
        <p:spPr>
          <a:xfrm>
            <a:off x="5844028" y="855677"/>
            <a:ext cx="2729521" cy="1058593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6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876B93-943A-91DD-B815-C294CAC357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D1B2A"/>
              </a:gs>
              <a:gs pos="50000">
                <a:srgbClr val="1E2A3A"/>
              </a:gs>
              <a:gs pos="100000">
                <a:srgbClr val="162233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0713E5-4775-59DC-AF18-B39AB0F7B46A}"/>
              </a:ext>
            </a:extLst>
          </p:cNvPr>
          <p:cNvSpPr/>
          <p:nvPr/>
        </p:nvSpPr>
        <p:spPr>
          <a:xfrm>
            <a:off x="0" y="1117313"/>
            <a:ext cx="2449585" cy="822121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BCE1EF-D78D-D912-BD5F-6982B001C003}"/>
              </a:ext>
            </a:extLst>
          </p:cNvPr>
          <p:cNvSpPr/>
          <p:nvPr/>
        </p:nvSpPr>
        <p:spPr>
          <a:xfrm>
            <a:off x="2745845" y="1117314"/>
            <a:ext cx="2466363" cy="822121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D0EE33-14AB-0038-D1C1-CBDE665ED309}"/>
              </a:ext>
            </a:extLst>
          </p:cNvPr>
          <p:cNvSpPr/>
          <p:nvPr/>
        </p:nvSpPr>
        <p:spPr>
          <a:xfrm>
            <a:off x="5508468" y="1117315"/>
            <a:ext cx="2897301" cy="822121"/>
          </a:xfrm>
          <a:prstGeom prst="roundRect">
            <a:avLst/>
          </a:prstGeom>
          <a:gradFill flip="none" rotWithShape="1">
            <a:gsLst>
              <a:gs pos="71000">
                <a:srgbClr val="193353"/>
              </a:gs>
              <a:gs pos="15000">
                <a:srgbClr val="1A3A5C"/>
              </a:gs>
              <a:gs pos="100000">
                <a:srgbClr val="162844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4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4</Words>
  <Application>Microsoft Office PowerPoint</Application>
  <PresentationFormat>Widescreen</PresentationFormat>
  <Paragraphs>82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krishna</dc:creator>
  <cp:lastModifiedBy>bala krishna</cp:lastModifiedBy>
  <cp:revision>3</cp:revision>
  <dcterms:created xsi:type="dcterms:W3CDTF">2026-05-31T07:48:16Z</dcterms:created>
  <dcterms:modified xsi:type="dcterms:W3CDTF">2026-06-03T17:16:21Z</dcterms:modified>
</cp:coreProperties>
</file>